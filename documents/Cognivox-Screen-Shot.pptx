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DE512-18BF-4DFF-A265-DE0710D07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97D33-77CB-4720-A5D3-43E342EBA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32E9A-83A4-4254-8CE7-89510A501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C5EA-FFC8-44F6-A2CB-49BACD4ECDA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9A7A3-FF1B-45DA-BC83-522B177EA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6C2B5-5296-4E02-96E1-C7BDEE5B0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6A0D-42EB-4B43-AB47-75DD8CAEE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893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924F-C8DF-40E3-8B45-089EB6D9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8821B-6357-4766-AF2D-9F1AF6196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64999-B1DF-4228-8AE4-7B7E1672F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C5EA-FFC8-44F6-A2CB-49BACD4ECDA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5D407-3C78-4E46-A89D-76916228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11CAD-0CB5-43B7-953C-5B176E2BC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6A0D-42EB-4B43-AB47-75DD8CAEE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93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4A80E-3431-44DA-A1B9-CD99C4C14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BC0D0-F3DF-413B-947F-3A08A6557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31BF0-F01D-43A3-9D21-3FD4D97F9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C5EA-FFC8-44F6-A2CB-49BACD4ECDA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0EE58-0AF6-4377-978C-3571DE7AF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306C0-E470-4B37-8BB3-00B059D8C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6A0D-42EB-4B43-AB47-75DD8CAEE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834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A512-6189-4238-A01D-2EE74C11A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9F8F5-A697-4C0F-BC9C-841B5E6BC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6C6A1-A94F-4642-AE58-37DDF8A02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BF4-C43A-4CCF-BD88-EFFC3C0B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C5EA-FFC8-44F6-A2CB-49BACD4ECDA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578B3-EB5C-47E6-A0E8-62BBA562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A9CAB-71BF-4E7D-87D8-6B4E2F1E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6A0D-42EB-4B43-AB47-75DD8CAEE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787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B4D7-3984-47D9-8DD8-E30D222E9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17ADD-4D2E-4895-8E59-D3F52FA06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5CF7C-D3E5-48B1-9D2B-EB60B8802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2E7B7D-26E9-40E1-99AB-8CFC7B45E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F2F91E-0025-4E8C-9187-42402E179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9A990-B0BE-4721-9434-8BA26072E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C5EA-FFC8-44F6-A2CB-49BACD4ECDA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66A6BB-3CDD-4453-8D94-CD4976A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18B132-9608-4477-85EE-0D746F271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6A0D-42EB-4B43-AB47-75DD8CAEE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420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04CB-5772-4AA4-B757-0D87227B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4DC2B-87C8-4CD2-B6B3-410EE6839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C5EA-FFC8-44F6-A2CB-49BACD4ECDA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C7139-A4F9-42BA-94C7-1A59DC69B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CEF59-DFBC-4BCE-91B5-E1845CD5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6A0D-42EB-4B43-AB47-75DD8CAEE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565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807074-3658-44C1-95F3-DE740EC9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C5EA-FFC8-44F6-A2CB-49BACD4ECDA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19D22-118E-4E68-BAE3-53407F764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5B02F-7CD3-4600-8DE9-B429515A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6A0D-42EB-4B43-AB47-75DD8CAEE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670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807074-3658-44C1-95F3-DE740EC9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C5EA-FFC8-44F6-A2CB-49BACD4ECDA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19D22-118E-4E68-BAE3-53407F764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5B02F-7CD3-4600-8DE9-B429515A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6A0D-42EB-4B43-AB47-75DD8CAEEA3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EF3AE33-5E33-4270-AEA8-0008CFCE82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1260628"/>
            <a:ext cx="10515600" cy="4829021"/>
          </a:xfrm>
        </p:spPr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DB8FE0-6C9D-499A-80F7-68A849D09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417513"/>
            <a:ext cx="10515600" cy="576262"/>
          </a:xfrm>
        </p:spPr>
        <p:txBody>
          <a:bodyPr/>
          <a:lstStyle/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823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40267-858F-4D30-BC6A-231E5269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C4DFC-5E33-44C8-8160-1E938400C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CEC30-4961-4FA6-A0A9-EB599F689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5212D-0916-4E6A-B14B-ECD17A61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C5EA-FFC8-44F6-A2CB-49BACD4ECDA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72F83-9F58-4675-A026-CD0E110F8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C18BB-24C7-444C-8926-27777F03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6A0D-42EB-4B43-AB47-75DD8CAEE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491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89A2-87CA-44AA-BF9F-63966206A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683599-E2A4-44D8-9CAB-2ED349A5CC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AE37D-7948-4C42-9B5D-D76850C25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7BE81-6D31-48FE-B33E-A47FA873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C5EA-FFC8-44F6-A2CB-49BACD4ECDA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0965D-9A44-426F-804E-8833499E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59D3A-3031-45CF-B37A-603696B1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6A0D-42EB-4B43-AB47-75DD8CAEE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4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1F58-0BA8-4CCC-9DF9-296739B9E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A64BD-9825-44E0-BE22-82CED2488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51552-93CD-4CFC-A719-381A499B1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C5EA-FFC8-44F6-A2CB-49BACD4ECDA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BF402-3494-494A-884B-1552582F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F0E36-EACA-4FB6-B897-5D145DAC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6A0D-42EB-4B43-AB47-75DD8CAEE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226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47F25-AA82-44E8-8B46-4D3C101E6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2313E-D91A-4736-96FF-BF94EB927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5C1B7-B9C2-4E49-A4D3-6C3A98C1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C5EA-FFC8-44F6-A2CB-49BACD4ECDA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98A6B-A8FC-411E-B4C7-F0CE3929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93B41-AB5F-4222-BADB-F909DE15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6A0D-42EB-4B43-AB47-75DD8CAEE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659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EF97D-70DE-4E1D-88F0-CA27557F6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86B39-8A33-4C46-A0B9-A19C0F918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75365-776C-4DBF-A127-AE1603FBA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DC5EA-FFC8-44F6-A2CB-49BACD4ECDAE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56FF0-814C-46BF-992A-396717749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7E6D5-2134-4833-BCB4-5B8DD5B73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F6A0D-42EB-4B43-AB47-75DD8CAEE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51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0A59AD-4683-43B4-8131-3D3F1CCA10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Cognivox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7F66726-1F35-487F-A6D8-76127C8069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AI-powered knowledge intelligence</a:t>
            </a:r>
          </a:p>
        </p:txBody>
      </p:sp>
    </p:spTree>
    <p:extLst>
      <p:ext uri="{BB962C8B-B14F-4D97-AF65-F5344CB8AC3E}">
        <p14:creationId xmlns:p14="http://schemas.microsoft.com/office/powerpoint/2010/main" val="878551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C889F2D-7808-4D9D-BC26-5217A533A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92" r="39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4BFF15-886C-4B5C-81D4-1D7E68EA3D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Landing Page</a:t>
            </a:r>
          </a:p>
        </p:txBody>
      </p:sp>
    </p:spTree>
    <p:extLst>
      <p:ext uri="{BB962C8B-B14F-4D97-AF65-F5344CB8AC3E}">
        <p14:creationId xmlns:p14="http://schemas.microsoft.com/office/powerpoint/2010/main" val="1429525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C889F2D-7808-4D9D-BC26-5217A533A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10635"/>
            <a:ext cx="10515600" cy="472900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4BFF15-886C-4B5C-81D4-1D7E68EA3D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Login Page</a:t>
            </a:r>
          </a:p>
        </p:txBody>
      </p:sp>
    </p:spTree>
    <p:extLst>
      <p:ext uri="{BB962C8B-B14F-4D97-AF65-F5344CB8AC3E}">
        <p14:creationId xmlns:p14="http://schemas.microsoft.com/office/powerpoint/2010/main" val="2080664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C889F2D-7808-4D9D-BC26-5217A533A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07" y="1310635"/>
            <a:ext cx="10413586" cy="472900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4BFF15-886C-4B5C-81D4-1D7E68EA3D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Sign Up Page</a:t>
            </a:r>
          </a:p>
        </p:txBody>
      </p:sp>
    </p:spTree>
    <p:extLst>
      <p:ext uri="{BB962C8B-B14F-4D97-AF65-F5344CB8AC3E}">
        <p14:creationId xmlns:p14="http://schemas.microsoft.com/office/powerpoint/2010/main" val="2574133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C889F2D-7808-4D9D-BC26-5217A533A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66" y="1310635"/>
            <a:ext cx="10407067" cy="472900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4BFF15-886C-4B5C-81D4-1D7E68EA3D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3749482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C889F2D-7808-4D9D-BC26-5217A533A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66" y="1321481"/>
            <a:ext cx="10407067" cy="4707313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4BFF15-886C-4B5C-81D4-1D7E68EA3D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Chat Thread Page</a:t>
            </a:r>
          </a:p>
        </p:txBody>
      </p:sp>
    </p:spTree>
    <p:extLst>
      <p:ext uri="{BB962C8B-B14F-4D97-AF65-F5344CB8AC3E}">
        <p14:creationId xmlns:p14="http://schemas.microsoft.com/office/powerpoint/2010/main" val="3315167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C889F2D-7808-4D9D-BC26-5217A533A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66" y="1316058"/>
            <a:ext cx="10407067" cy="471815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4BFF15-886C-4B5C-81D4-1D7E68EA3D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Library Chat Page</a:t>
            </a:r>
          </a:p>
        </p:txBody>
      </p:sp>
    </p:spTree>
    <p:extLst>
      <p:ext uri="{BB962C8B-B14F-4D97-AF65-F5344CB8AC3E}">
        <p14:creationId xmlns:p14="http://schemas.microsoft.com/office/powerpoint/2010/main" val="1078046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C889F2D-7808-4D9D-BC26-5217A533A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66" y="1324192"/>
            <a:ext cx="10407067" cy="470189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4BFF15-886C-4B5C-81D4-1D7E68EA3D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Library Document Page</a:t>
            </a:r>
          </a:p>
        </p:txBody>
      </p:sp>
    </p:spTree>
    <p:extLst>
      <p:ext uri="{BB962C8B-B14F-4D97-AF65-F5344CB8AC3E}">
        <p14:creationId xmlns:p14="http://schemas.microsoft.com/office/powerpoint/2010/main" val="424639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C889F2D-7808-4D9D-BC26-5217A533A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66" y="1326904"/>
            <a:ext cx="10407067" cy="469646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4BFF15-886C-4B5C-81D4-1D7E68EA3D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Settings General Page</a:t>
            </a:r>
          </a:p>
        </p:txBody>
      </p:sp>
    </p:spTree>
    <p:extLst>
      <p:ext uri="{BB962C8B-B14F-4D97-AF65-F5344CB8AC3E}">
        <p14:creationId xmlns:p14="http://schemas.microsoft.com/office/powerpoint/2010/main" val="1831148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C889F2D-7808-4D9D-BC26-5217A533A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38" y="1326904"/>
            <a:ext cx="10347322" cy="469646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4BFF15-886C-4B5C-81D4-1D7E68EA3D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Settings Profile Page</a:t>
            </a:r>
          </a:p>
        </p:txBody>
      </p:sp>
    </p:spTree>
    <p:extLst>
      <p:ext uri="{BB962C8B-B14F-4D97-AF65-F5344CB8AC3E}">
        <p14:creationId xmlns:p14="http://schemas.microsoft.com/office/powerpoint/2010/main" val="4100521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C889F2D-7808-4D9D-BC26-5217A533A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38" y="1334992"/>
            <a:ext cx="10347322" cy="468028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4BFF15-886C-4B5C-81D4-1D7E68EA3D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Settings Security Page</a:t>
            </a:r>
          </a:p>
        </p:txBody>
      </p:sp>
    </p:spTree>
    <p:extLst>
      <p:ext uri="{BB962C8B-B14F-4D97-AF65-F5344CB8AC3E}">
        <p14:creationId xmlns:p14="http://schemas.microsoft.com/office/powerpoint/2010/main" val="151148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C889F2D-7808-4D9D-BC26-5217A533A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39" y="1334992"/>
            <a:ext cx="10347320" cy="468028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4BFF15-886C-4B5C-81D4-1D7E68EA3D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Settings MCP Server Page</a:t>
            </a:r>
          </a:p>
        </p:txBody>
      </p:sp>
    </p:spTree>
    <p:extLst>
      <p:ext uri="{BB962C8B-B14F-4D97-AF65-F5344CB8AC3E}">
        <p14:creationId xmlns:p14="http://schemas.microsoft.com/office/powerpoint/2010/main" val="1601989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35</Words>
  <Application>Microsoft Office PowerPoint</Application>
  <PresentationFormat>Widescreen</PresentationFormat>
  <Paragraphs>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Cognivox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 Mundergi</dc:creator>
  <cp:lastModifiedBy>Sandeep  Mundergi</cp:lastModifiedBy>
  <cp:revision>3</cp:revision>
  <dcterms:created xsi:type="dcterms:W3CDTF">2026-02-23T06:46:16Z</dcterms:created>
  <dcterms:modified xsi:type="dcterms:W3CDTF">2026-02-23T07:00:22Z</dcterms:modified>
</cp:coreProperties>
</file>